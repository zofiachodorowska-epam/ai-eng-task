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Parking System Orchestrator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Unified LangGraph Workflow</a:t>
            </a:r>
          </a:p>
          <a:p>
            <a:pPr/>
            <a:r>
              <a:t>Zofia Chodorowska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Overview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Integrated Components via LangGraph:</a:t>
            </a:r>
          </a:p>
          <a:p>
            <a:pPr lvl="1" marL="935789" indent="-427789">
              <a:buFontTx/>
              <a:buAutoNum type="arabicPeriod" startAt="1"/>
              <a:defRPr sz="2500"/>
            </a:pPr>
            <a:r>
              <a:t>Chatbot (RAG Agent): Interacts with users to fetch info and collect reservations.</a:t>
            </a:r>
          </a:p>
          <a:p>
            <a:pPr lvl="1" marL="935789" indent="-427789">
              <a:buFontTx/>
              <a:buAutoNum type="arabicPeriod" startAt="1"/>
              <a:defRPr sz="2500"/>
            </a:pPr>
            <a:r>
              <a:t>Orchestrator Graph: Master graph seamlessly routing Chatbot output to Admin.</a:t>
            </a:r>
          </a:p>
          <a:p>
            <a:pPr lvl="1" marL="935789" indent="-427789">
              <a:buFontTx/>
              <a:buAutoNum type="arabicPeriod" startAt="1"/>
              <a:defRPr sz="2500"/>
            </a:pPr>
            <a:r>
              <a:t>Admin Agent: Human-in-the-Loop interrupt node confirming pending actions.</a:t>
            </a:r>
          </a:p>
          <a:p>
            <a:pPr lvl="1" marL="935789" indent="-427789">
              <a:buFontTx/>
              <a:buAutoNum type="arabicPeriod" startAt="1"/>
              <a:defRPr sz="2500"/>
            </a:pPr>
            <a:r>
              <a:t>MCP Logger Engine: Triggers automatically upon admin approval to log to 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Screenshot 2026-02-24 at 12.55.29.png" descr="Screenshot 2026-02-24 at 12.55.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85309" y="1263049"/>
            <a:ext cx="4773382" cy="5475628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Architecture Diagr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Architecture Diagram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LangGraph Studio grap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LangGraph Studio graph</a:t>
            </a:r>
          </a:p>
        </p:txBody>
      </p:sp>
      <p:pic>
        <p:nvPicPr>
          <p:cNvPr id="104" name="Screenshot 2026-02-24 at 13.03.55.png" descr="Screenshot 2026-02-24 at 13.03.5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1849108"/>
            <a:ext cx="9144001" cy="39845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st pass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 passed</a:t>
            </a:r>
          </a:p>
        </p:txBody>
      </p:sp>
      <p:pic>
        <p:nvPicPr>
          <p:cNvPr id="107" name="Screenshot 2026-02-24 at 13.39.40.png" descr="Screenshot 2026-02-24 at 13.39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356131"/>
            <a:ext cx="9144001" cy="18379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